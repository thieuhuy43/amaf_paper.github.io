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8900"/>
    <a:srgbClr val="132341"/>
    <a:srgbClr val="9E7800"/>
    <a:srgbClr val="967200"/>
    <a:srgbClr val="86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0AE34-B92C-4122-9ACD-75C4B3F3B02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44E86-23C7-4E12-8C4A-EF6C3112A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35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44E86-23C7-4E12-8C4A-EF6C3112AA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84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79DED-BD69-0F1D-4E11-E48BA9FFE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D1F39-CA48-6E6D-898E-0F0A726C5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5BE7C-C2E2-878B-2BB4-F1268602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6F3FC-D0F2-40E0-A3CB-85277C247BE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771DF-CF2B-F7CB-F99B-B0AF0F56C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F450E-5875-27BE-D049-732820712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9FA5B-278F-44FD-944E-00AE162F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77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9FFAA-6122-D94D-AACF-C1442734F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E51D8-2A7E-F707-8A6F-FA65C9FB2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0CE11-19C1-0BF2-3BED-C3484DFB9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6F3FC-D0F2-40E0-A3CB-85277C247BE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9BB98-867F-26A2-CB84-BF550202F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A87D5-F9A6-6B89-132E-9A0DBAD0E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9FA5B-278F-44FD-944E-00AE162F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79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351E4-13CB-BDE8-9186-0BB6E34D7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EECC0-EB25-F93C-1533-3DA19C8F2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7451A-258E-C864-584F-416DF2507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6F3FC-D0F2-40E0-A3CB-85277C247BE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EAC32-9FB0-8CDE-C317-FDC6A84E0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3F084-9DF0-1517-F616-A347717C0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9FA5B-278F-44FD-944E-00AE162F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93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54CA-69E2-37E6-658A-E3083C657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EC8AD-51B6-EAF3-E8CA-8C3789FC76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E2141D-5580-E08C-9736-A336C6D85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740D42-A0F1-ACFF-5A97-85ACEA312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6F3FC-D0F2-40E0-A3CB-85277C247BE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C4C21-3D31-73CD-612B-EC516E159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7857B-6A45-D268-EE02-6BD31E855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9FA5B-278F-44FD-944E-00AE162F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5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110A3-8DDB-5B9F-38AA-577940987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1B18F-EEF9-6886-6F58-4C3D00219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4CA95-F665-B4C8-3793-31E8B2423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B9F10E-5557-1E50-0BB6-59C067A44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1B0866-BEFC-BBDB-47DC-8AE870EDED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F0AB2-76D2-F747-59CB-B6DBF06BE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6F3FC-D0F2-40E0-A3CB-85277C247BE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850213-1E58-9BCD-4D5A-67D67FD6F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0D5DE1-7AE3-1069-9E5F-37D7D1CF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9FA5B-278F-44FD-944E-00AE162F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82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67703-5B1E-0628-DACB-725E0E90D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D92A14-209E-275B-7522-733587B5C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6F3FC-D0F2-40E0-A3CB-85277C247BE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308A6-1AFE-1B42-17C1-37313483B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57C5D-FDFF-1641-951B-BDFE97DEA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9FA5B-278F-44FD-944E-00AE162F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FB1083-90B3-4A0B-D7FD-4A56ABD1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6F3FC-D0F2-40E0-A3CB-85277C247BE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CF7F56-E19F-E792-D459-E75D68573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144D9-1BF8-B6F1-0077-385522BCB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9FA5B-278F-44FD-944E-00AE162F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769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A2902-C5E0-C0E6-E1B6-7B813C441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AC054-EC79-42EE-4E3E-B451CFD40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7D1C16-B905-30E9-F173-D24237DB0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783CA-DED4-6E3E-6455-798DDB449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6F3FC-D0F2-40E0-A3CB-85277C247BE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6533F-C051-FEF8-E0F7-0AFF154A6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301C3-951B-D9F2-3DDA-6BA08DD4B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9FA5B-278F-44FD-944E-00AE162F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29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4B574-31AC-D182-4FFB-FF122D14E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2F1D9F-4941-B06E-1B8B-A126B5083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24ED2-272E-6B9F-D307-E50F40BE2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5411C-2731-882E-A678-88AA37E0D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6F3FC-D0F2-40E0-A3CB-85277C247BE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942EF-C329-793A-794A-67406A1A8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A9D77B-803F-6DBE-2F14-22E68B82C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9FA5B-278F-44FD-944E-00AE162F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18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363F2-1819-880D-39E4-C4C036EE4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112CA-8B88-45C0-EC76-448E5D440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4F1B2-6ED1-A69C-3D14-7D388A371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6F3FC-D0F2-40E0-A3CB-85277C247BE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A8AB2-D0F8-F11C-80A7-3D97486CB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92D92-0FF2-4060-6210-7379EC81F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9FA5B-278F-44FD-944E-00AE162F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391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85B036-471B-41A3-99D8-8265168CE8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FFDD82-20F4-B013-12BE-4EBD6E1CD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CFDC5-2559-E7EB-0087-5F920C1A8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6F3FC-D0F2-40E0-A3CB-85277C247BE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01B2F-4914-EDA2-0291-54C46FF24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0EA8-E620-CB69-E485-728F162F9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9FA5B-278F-44FD-944E-00AE162F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43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251050-8ED2-D2B4-F3C8-EEFE267CA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B0F8F-AD77-E646-471D-0688CA89E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C309A-A19E-DB7A-D8A9-B5A3235DA9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6F3FC-D0F2-40E0-A3CB-85277C247BE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65B8B-3A7A-F7C8-05EE-3DB34525B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CF99F-DAEF-AC77-5E70-1F2DFE170F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49FA5B-278F-44FD-944E-00AE162FA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908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10" Type="http://schemas.openxmlformats.org/officeDocument/2006/relationships/image" Target="../media/image8.jpg"/><Relationship Id="rId4" Type="http://schemas.openxmlformats.org/officeDocument/2006/relationships/image" Target="../media/image2.jpg"/><Relationship Id="rId9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A4897C-EC29-AEC2-A6D8-FED5A642C6C7}"/>
              </a:ext>
            </a:extLst>
          </p:cNvPr>
          <p:cNvSpPr/>
          <p:nvPr/>
        </p:nvSpPr>
        <p:spPr>
          <a:xfrm>
            <a:off x="1766333" y="3389969"/>
            <a:ext cx="8697763" cy="2065668"/>
          </a:xfrm>
          <a:prstGeom prst="roundRect">
            <a:avLst/>
          </a:prstGeom>
          <a:noFill/>
          <a:ln w="3175">
            <a:solidFill>
              <a:schemeClr val="tx1"/>
            </a:solidFill>
            <a:prstDash val="lgDash"/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69577A-38C8-AD11-45D2-85E76EC4C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004" y="3535753"/>
            <a:ext cx="552201" cy="50712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B03D4A-C331-F13F-C6D0-B57A4C33CE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724" y="3591062"/>
            <a:ext cx="552201" cy="52924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0145C46-7E60-B70C-FD79-FA7F14B2E79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7" r="13776"/>
          <a:stretch/>
        </p:blipFill>
        <p:spPr>
          <a:xfrm>
            <a:off x="2330901" y="3652493"/>
            <a:ext cx="580239" cy="52244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E20D5F6-09B9-A6CC-D67F-9FDFC62949A5}"/>
              </a:ext>
            </a:extLst>
          </p:cNvPr>
          <p:cNvSpPr txBox="1"/>
          <p:nvPr/>
        </p:nvSpPr>
        <p:spPr>
          <a:xfrm>
            <a:off x="3075098" y="3635449"/>
            <a:ext cx="1071352" cy="276999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Few-shot data</a:t>
            </a:r>
          </a:p>
        </p:txBody>
      </p:sp>
      <p:sp>
        <p:nvSpPr>
          <p:cNvPr id="27" name="Trapezoid 26">
            <a:extLst>
              <a:ext uri="{FF2B5EF4-FFF2-40B4-BE49-F238E27FC236}">
                <a16:creationId xmlns:a16="http://schemas.microsoft.com/office/drawing/2014/main" id="{87BED9E8-F94B-9462-B15F-51A33B512DB1}"/>
              </a:ext>
            </a:extLst>
          </p:cNvPr>
          <p:cNvSpPr/>
          <p:nvPr/>
        </p:nvSpPr>
        <p:spPr>
          <a:xfrm rot="16200000" flipV="1">
            <a:off x="3698678" y="4289325"/>
            <a:ext cx="984685" cy="846090"/>
          </a:xfrm>
          <a:prstGeom prst="trapezoid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accent4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986E94-F448-B03E-4DB6-A66A54C20459}"/>
              </a:ext>
            </a:extLst>
          </p:cNvPr>
          <p:cNvSpPr txBox="1"/>
          <p:nvPr/>
        </p:nvSpPr>
        <p:spPr>
          <a:xfrm>
            <a:off x="3651741" y="4347292"/>
            <a:ext cx="10144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Frozen Image Extractor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5D5148-F2DB-59B1-DEBD-360D75A4286F}"/>
              </a:ext>
            </a:extLst>
          </p:cNvPr>
          <p:cNvSpPr txBox="1"/>
          <p:nvPr/>
        </p:nvSpPr>
        <p:spPr>
          <a:xfrm>
            <a:off x="4234038" y="4439389"/>
            <a:ext cx="16901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Mean()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F63946D-C6F2-C078-6BC8-F23F074D17B4}"/>
              </a:ext>
            </a:extLst>
          </p:cNvPr>
          <p:cNvCxnSpPr>
            <a:cxnSpLocks/>
          </p:cNvCxnSpPr>
          <p:nvPr/>
        </p:nvCxnSpPr>
        <p:spPr>
          <a:xfrm>
            <a:off x="3008273" y="4729746"/>
            <a:ext cx="75900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CBF3EA18-5383-D906-EFC4-857F49AC60E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7"/>
          <a:stretch/>
        </p:blipFill>
        <p:spPr>
          <a:xfrm rot="5400000">
            <a:off x="2229227" y="4273148"/>
            <a:ext cx="515678" cy="609481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A8DD5B5-1A05-547E-8D20-7E582CAEFB45}"/>
              </a:ext>
            </a:extLst>
          </p:cNvPr>
          <p:cNvCxnSpPr>
            <a:cxnSpLocks/>
            <a:stCxn id="27" idx="0"/>
            <a:endCxn id="157" idx="1"/>
          </p:cNvCxnSpPr>
          <p:nvPr/>
        </p:nvCxnSpPr>
        <p:spPr>
          <a:xfrm>
            <a:off x="4614066" y="4712370"/>
            <a:ext cx="909114" cy="43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>
            <a:extLst>
              <a:ext uri="{FF2B5EF4-FFF2-40B4-BE49-F238E27FC236}">
                <a16:creationId xmlns:a16="http://schemas.microsoft.com/office/drawing/2014/main" id="{D1359EBD-33DD-6CFC-CAB5-CF3926E65BAB}"/>
              </a:ext>
            </a:extLst>
          </p:cNvPr>
          <p:cNvSpPr txBox="1"/>
          <p:nvPr/>
        </p:nvSpPr>
        <p:spPr>
          <a:xfrm>
            <a:off x="1777035" y="3103795"/>
            <a:ext cx="2936739" cy="369332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Refinement Module</a:t>
            </a:r>
          </a:p>
        </p:txBody>
      </p:sp>
      <p:sp>
        <p:nvSpPr>
          <p:cNvPr id="186" name="Cylinder 185">
            <a:extLst>
              <a:ext uri="{FF2B5EF4-FFF2-40B4-BE49-F238E27FC236}">
                <a16:creationId xmlns:a16="http://schemas.microsoft.com/office/drawing/2014/main" id="{75FF34A8-20E6-D14C-F321-B183842473FD}"/>
              </a:ext>
            </a:extLst>
          </p:cNvPr>
          <p:cNvSpPr/>
          <p:nvPr/>
        </p:nvSpPr>
        <p:spPr>
          <a:xfrm>
            <a:off x="3245405" y="2061793"/>
            <a:ext cx="229287" cy="533111"/>
          </a:xfrm>
          <a:prstGeom prst="ca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Cylinder 187">
            <a:extLst>
              <a:ext uri="{FF2B5EF4-FFF2-40B4-BE49-F238E27FC236}">
                <a16:creationId xmlns:a16="http://schemas.microsoft.com/office/drawing/2014/main" id="{AFE69A53-611A-5909-8E32-B631845E17F4}"/>
              </a:ext>
            </a:extLst>
          </p:cNvPr>
          <p:cNvSpPr/>
          <p:nvPr/>
        </p:nvSpPr>
        <p:spPr>
          <a:xfrm>
            <a:off x="3554853" y="2061652"/>
            <a:ext cx="229287" cy="533111"/>
          </a:xfrm>
          <a:prstGeom prst="ca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Cylinder 188">
            <a:extLst>
              <a:ext uri="{FF2B5EF4-FFF2-40B4-BE49-F238E27FC236}">
                <a16:creationId xmlns:a16="http://schemas.microsoft.com/office/drawing/2014/main" id="{CE9334DD-9636-9518-DB26-2084FF81A211}"/>
              </a:ext>
            </a:extLst>
          </p:cNvPr>
          <p:cNvSpPr/>
          <p:nvPr/>
        </p:nvSpPr>
        <p:spPr>
          <a:xfrm>
            <a:off x="4443408" y="2056343"/>
            <a:ext cx="229287" cy="533111"/>
          </a:xfrm>
          <a:prstGeom prst="ca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51A197-D3BC-BFD3-D3AF-1F515DAF5D71}"/>
              </a:ext>
            </a:extLst>
          </p:cNvPr>
          <p:cNvSpPr txBox="1"/>
          <p:nvPr/>
        </p:nvSpPr>
        <p:spPr>
          <a:xfrm>
            <a:off x="7962513" y="1159654"/>
            <a:ext cx="2979769" cy="369332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Alignment Fusion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E1FF4F8A-A643-BE71-53DF-90C961D9971B}"/>
              </a:ext>
            </a:extLst>
          </p:cNvPr>
          <p:cNvSpPr/>
          <p:nvPr/>
        </p:nvSpPr>
        <p:spPr>
          <a:xfrm>
            <a:off x="1807404" y="1451153"/>
            <a:ext cx="6279566" cy="1577004"/>
          </a:xfrm>
          <a:prstGeom prst="roundRect">
            <a:avLst/>
          </a:prstGeom>
          <a:noFill/>
          <a:ln w="3175">
            <a:solidFill>
              <a:schemeClr val="accent5">
                <a:lumMod val="75000"/>
              </a:schemeClr>
            </a:solidFill>
            <a:prstDash val="lgDash"/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E40860C-0202-5270-BDD1-BA8E2A849D65}"/>
              </a:ext>
            </a:extLst>
          </p:cNvPr>
          <p:cNvCxnSpPr>
            <a:cxnSpLocks/>
          </p:cNvCxnSpPr>
          <p:nvPr/>
        </p:nvCxnSpPr>
        <p:spPr>
          <a:xfrm>
            <a:off x="4749495" y="2313050"/>
            <a:ext cx="425695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9A4BB372-B907-E840-20F6-5003BC731A88}"/>
              </a:ext>
            </a:extLst>
          </p:cNvPr>
          <p:cNvSpPr txBox="1"/>
          <p:nvPr/>
        </p:nvSpPr>
        <p:spPr>
          <a:xfrm>
            <a:off x="1494919" y="1160777"/>
            <a:ext cx="3354803" cy="369332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Enrichment Module</a:t>
            </a:r>
          </a:p>
        </p:txBody>
      </p:sp>
      <p:sp>
        <p:nvSpPr>
          <p:cNvPr id="152" name="Frame 151">
            <a:extLst>
              <a:ext uri="{FF2B5EF4-FFF2-40B4-BE49-F238E27FC236}">
                <a16:creationId xmlns:a16="http://schemas.microsoft.com/office/drawing/2014/main" id="{5CB514D2-548B-3CB9-19F7-C6659ED2A509}"/>
              </a:ext>
            </a:extLst>
          </p:cNvPr>
          <p:cNvSpPr/>
          <p:nvPr/>
        </p:nvSpPr>
        <p:spPr>
          <a:xfrm>
            <a:off x="5623568" y="4195867"/>
            <a:ext cx="941337" cy="83361"/>
          </a:xfrm>
          <a:prstGeom prst="fram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922E3D5-EF35-34C8-44BC-1AFA9654A3D2}"/>
              </a:ext>
            </a:extLst>
          </p:cNvPr>
          <p:cNvSpPr/>
          <p:nvPr/>
        </p:nvSpPr>
        <p:spPr>
          <a:xfrm>
            <a:off x="5523180" y="4086979"/>
            <a:ext cx="1142507" cy="12595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Frame 160">
            <a:extLst>
              <a:ext uri="{FF2B5EF4-FFF2-40B4-BE49-F238E27FC236}">
                <a16:creationId xmlns:a16="http://schemas.microsoft.com/office/drawing/2014/main" id="{79678B15-47A2-6371-77EF-D79BAA494AC1}"/>
              </a:ext>
            </a:extLst>
          </p:cNvPr>
          <p:cNvSpPr/>
          <p:nvPr/>
        </p:nvSpPr>
        <p:spPr>
          <a:xfrm>
            <a:off x="5623567" y="4761154"/>
            <a:ext cx="941337" cy="83361"/>
          </a:xfrm>
          <a:prstGeom prst="fram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2" name="Frame 161">
            <a:extLst>
              <a:ext uri="{FF2B5EF4-FFF2-40B4-BE49-F238E27FC236}">
                <a16:creationId xmlns:a16="http://schemas.microsoft.com/office/drawing/2014/main" id="{17526602-28AB-148A-FC5E-EFA9181744C4}"/>
              </a:ext>
            </a:extLst>
          </p:cNvPr>
          <p:cNvSpPr/>
          <p:nvPr/>
        </p:nvSpPr>
        <p:spPr>
          <a:xfrm>
            <a:off x="5623568" y="4579352"/>
            <a:ext cx="941337" cy="83361"/>
          </a:xfrm>
          <a:prstGeom prst="fram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3" name="Frame 162">
            <a:extLst>
              <a:ext uri="{FF2B5EF4-FFF2-40B4-BE49-F238E27FC236}">
                <a16:creationId xmlns:a16="http://schemas.microsoft.com/office/drawing/2014/main" id="{82710DB5-B1D6-7F54-55F5-F4296EB78FC5}"/>
              </a:ext>
            </a:extLst>
          </p:cNvPr>
          <p:cNvSpPr/>
          <p:nvPr/>
        </p:nvSpPr>
        <p:spPr>
          <a:xfrm>
            <a:off x="5623568" y="4393100"/>
            <a:ext cx="941337" cy="83361"/>
          </a:xfrm>
          <a:prstGeom prst="fram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5" name="Frame 164">
            <a:extLst>
              <a:ext uri="{FF2B5EF4-FFF2-40B4-BE49-F238E27FC236}">
                <a16:creationId xmlns:a16="http://schemas.microsoft.com/office/drawing/2014/main" id="{85E1D2B0-1B44-3442-7887-E02A5CC3D8AC}"/>
              </a:ext>
            </a:extLst>
          </p:cNvPr>
          <p:cNvSpPr/>
          <p:nvPr/>
        </p:nvSpPr>
        <p:spPr>
          <a:xfrm>
            <a:off x="5617604" y="5117239"/>
            <a:ext cx="941337" cy="83361"/>
          </a:xfrm>
          <a:prstGeom prst="fram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1181854C-1940-BCA0-476D-4584E791D43C}"/>
              </a:ext>
            </a:extLst>
          </p:cNvPr>
          <p:cNvSpPr txBox="1"/>
          <p:nvPr/>
        </p:nvSpPr>
        <p:spPr>
          <a:xfrm>
            <a:off x="5635338" y="4808251"/>
            <a:ext cx="8924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90" name="Trapezoid 189">
            <a:extLst>
              <a:ext uri="{FF2B5EF4-FFF2-40B4-BE49-F238E27FC236}">
                <a16:creationId xmlns:a16="http://schemas.microsoft.com/office/drawing/2014/main" id="{6290A382-0B8A-8807-1B0A-6366DE8CADAA}"/>
              </a:ext>
            </a:extLst>
          </p:cNvPr>
          <p:cNvSpPr/>
          <p:nvPr/>
        </p:nvSpPr>
        <p:spPr>
          <a:xfrm rot="16200000" flipV="1">
            <a:off x="5109348" y="1822775"/>
            <a:ext cx="984685" cy="846090"/>
          </a:xfrm>
          <a:prstGeom prst="trapezoid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4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22A6A27-2117-DB86-7512-B712D17CCC55}"/>
              </a:ext>
            </a:extLst>
          </p:cNvPr>
          <p:cNvSpPr txBox="1"/>
          <p:nvPr/>
        </p:nvSpPr>
        <p:spPr>
          <a:xfrm>
            <a:off x="5062411" y="1880742"/>
            <a:ext cx="10147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Frozen Text Extractor</a:t>
            </a:r>
          </a:p>
        </p:txBody>
      </p:sp>
      <p:sp>
        <p:nvSpPr>
          <p:cNvPr id="214" name="Frame 213">
            <a:extLst>
              <a:ext uri="{FF2B5EF4-FFF2-40B4-BE49-F238E27FC236}">
                <a16:creationId xmlns:a16="http://schemas.microsoft.com/office/drawing/2014/main" id="{4FACF8BC-F967-269E-6E66-C1832EE049FE}"/>
              </a:ext>
            </a:extLst>
          </p:cNvPr>
          <p:cNvSpPr/>
          <p:nvPr/>
        </p:nvSpPr>
        <p:spPr>
          <a:xfrm>
            <a:off x="8991550" y="4198777"/>
            <a:ext cx="941337" cy="83361"/>
          </a:xfrm>
          <a:prstGeom prst="fram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4F2F4EDD-2E2E-953B-8787-3EEC79B5E5AF}"/>
              </a:ext>
            </a:extLst>
          </p:cNvPr>
          <p:cNvSpPr/>
          <p:nvPr/>
        </p:nvSpPr>
        <p:spPr>
          <a:xfrm>
            <a:off x="8890040" y="4089889"/>
            <a:ext cx="1142507" cy="12595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Frame 215">
            <a:extLst>
              <a:ext uri="{FF2B5EF4-FFF2-40B4-BE49-F238E27FC236}">
                <a16:creationId xmlns:a16="http://schemas.microsoft.com/office/drawing/2014/main" id="{83B18E54-6592-F7AD-5ED3-D843E3A03963}"/>
              </a:ext>
            </a:extLst>
          </p:cNvPr>
          <p:cNvSpPr/>
          <p:nvPr/>
        </p:nvSpPr>
        <p:spPr>
          <a:xfrm>
            <a:off x="8991549" y="4764064"/>
            <a:ext cx="941337" cy="83361"/>
          </a:xfrm>
          <a:prstGeom prst="fram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7" name="Frame 216">
            <a:extLst>
              <a:ext uri="{FF2B5EF4-FFF2-40B4-BE49-F238E27FC236}">
                <a16:creationId xmlns:a16="http://schemas.microsoft.com/office/drawing/2014/main" id="{A3D28280-E501-510B-0458-ADBDCBC27D4C}"/>
              </a:ext>
            </a:extLst>
          </p:cNvPr>
          <p:cNvSpPr/>
          <p:nvPr/>
        </p:nvSpPr>
        <p:spPr>
          <a:xfrm>
            <a:off x="8991550" y="4582262"/>
            <a:ext cx="941337" cy="83361"/>
          </a:xfrm>
          <a:prstGeom prst="fram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8" name="Frame 217">
            <a:extLst>
              <a:ext uri="{FF2B5EF4-FFF2-40B4-BE49-F238E27FC236}">
                <a16:creationId xmlns:a16="http://schemas.microsoft.com/office/drawing/2014/main" id="{2048FB39-EDF5-8BB2-7386-15B5D847687B}"/>
              </a:ext>
            </a:extLst>
          </p:cNvPr>
          <p:cNvSpPr/>
          <p:nvPr/>
        </p:nvSpPr>
        <p:spPr>
          <a:xfrm>
            <a:off x="8991550" y="4396010"/>
            <a:ext cx="941337" cy="83361"/>
          </a:xfrm>
          <a:prstGeom prst="fram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9" name="Frame 218">
            <a:extLst>
              <a:ext uri="{FF2B5EF4-FFF2-40B4-BE49-F238E27FC236}">
                <a16:creationId xmlns:a16="http://schemas.microsoft.com/office/drawing/2014/main" id="{51A4EC90-5145-AA07-015D-D3CF71E88CB5}"/>
              </a:ext>
            </a:extLst>
          </p:cNvPr>
          <p:cNvSpPr/>
          <p:nvPr/>
        </p:nvSpPr>
        <p:spPr>
          <a:xfrm>
            <a:off x="8985586" y="5120149"/>
            <a:ext cx="941337" cy="83361"/>
          </a:xfrm>
          <a:prstGeom prst="fram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B3D6FE34-F653-DFB3-9997-40C30FA12028}"/>
              </a:ext>
            </a:extLst>
          </p:cNvPr>
          <p:cNvSpPr txBox="1"/>
          <p:nvPr/>
        </p:nvSpPr>
        <p:spPr>
          <a:xfrm>
            <a:off x="9003320" y="4811161"/>
            <a:ext cx="8924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223" name="Rectangle: Rounded Corners 222">
            <a:extLst>
              <a:ext uri="{FF2B5EF4-FFF2-40B4-BE49-F238E27FC236}">
                <a16:creationId xmlns:a16="http://schemas.microsoft.com/office/drawing/2014/main" id="{751D897A-3F55-7CCA-A9E7-899117A740DD}"/>
              </a:ext>
            </a:extLst>
          </p:cNvPr>
          <p:cNvSpPr/>
          <p:nvPr/>
        </p:nvSpPr>
        <p:spPr>
          <a:xfrm rot="5400000">
            <a:off x="7201854" y="4320814"/>
            <a:ext cx="983504" cy="7892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Anchor</a:t>
            </a:r>
          </a:p>
        </p:txBody>
      </p: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040CD5EF-4E32-233A-70F3-0076DA71C36D}"/>
              </a:ext>
            </a:extLst>
          </p:cNvPr>
          <p:cNvCxnSpPr>
            <a:cxnSpLocks/>
            <a:stCxn id="157" idx="3"/>
            <a:endCxn id="223" idx="2"/>
          </p:cNvCxnSpPr>
          <p:nvPr/>
        </p:nvCxnSpPr>
        <p:spPr>
          <a:xfrm flipV="1">
            <a:off x="6665687" y="4715423"/>
            <a:ext cx="633311" cy="134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34C1DC3D-3DB4-3DEA-4FDF-5472DB367032}"/>
              </a:ext>
            </a:extLst>
          </p:cNvPr>
          <p:cNvCxnSpPr>
            <a:cxnSpLocks/>
            <a:stCxn id="223" idx="0"/>
            <a:endCxn id="215" idx="1"/>
          </p:cNvCxnSpPr>
          <p:nvPr/>
        </p:nvCxnSpPr>
        <p:spPr>
          <a:xfrm>
            <a:off x="8088215" y="4715423"/>
            <a:ext cx="801825" cy="42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Frame 234">
            <a:extLst>
              <a:ext uri="{FF2B5EF4-FFF2-40B4-BE49-F238E27FC236}">
                <a16:creationId xmlns:a16="http://schemas.microsoft.com/office/drawing/2014/main" id="{7E3FB965-C97A-BCC9-46C3-F7F96E41FFCC}"/>
              </a:ext>
            </a:extLst>
          </p:cNvPr>
          <p:cNvSpPr/>
          <p:nvPr/>
        </p:nvSpPr>
        <p:spPr>
          <a:xfrm>
            <a:off x="5625176" y="4225716"/>
            <a:ext cx="941337" cy="83361"/>
          </a:xfrm>
          <a:prstGeom prst="fram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6" name="Frame 235">
            <a:extLst>
              <a:ext uri="{FF2B5EF4-FFF2-40B4-BE49-F238E27FC236}">
                <a16:creationId xmlns:a16="http://schemas.microsoft.com/office/drawing/2014/main" id="{646B5FA4-6A7E-7A69-DA6A-372094285527}"/>
              </a:ext>
            </a:extLst>
          </p:cNvPr>
          <p:cNvSpPr/>
          <p:nvPr/>
        </p:nvSpPr>
        <p:spPr>
          <a:xfrm>
            <a:off x="8985586" y="4220856"/>
            <a:ext cx="941337" cy="83361"/>
          </a:xfrm>
          <a:prstGeom prst="fram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9E463581-381A-8A76-89C0-70729AE9B62F}"/>
              </a:ext>
            </a:extLst>
          </p:cNvPr>
          <p:cNvSpPr txBox="1"/>
          <p:nvPr/>
        </p:nvSpPr>
        <p:spPr>
          <a:xfrm>
            <a:off x="5462099" y="3794790"/>
            <a:ext cx="13100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Prototypes</a:t>
            </a:r>
          </a:p>
        </p:txBody>
      </p:sp>
      <p:sp>
        <p:nvSpPr>
          <p:cNvPr id="245" name="Rectangle: Top Corners Snipped 244">
            <a:extLst>
              <a:ext uri="{FF2B5EF4-FFF2-40B4-BE49-F238E27FC236}">
                <a16:creationId xmlns:a16="http://schemas.microsoft.com/office/drawing/2014/main" id="{63F3DDA5-6BEB-06ED-C418-B60FC6863693}"/>
              </a:ext>
            </a:extLst>
          </p:cNvPr>
          <p:cNvSpPr/>
          <p:nvPr/>
        </p:nvSpPr>
        <p:spPr>
          <a:xfrm>
            <a:off x="2027174" y="2147103"/>
            <a:ext cx="766272" cy="356482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LLM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E0B8E0E5-9E0A-F65F-406D-5A4227E523B9}"/>
              </a:ext>
            </a:extLst>
          </p:cNvPr>
          <p:cNvSpPr txBox="1"/>
          <p:nvPr/>
        </p:nvSpPr>
        <p:spPr>
          <a:xfrm>
            <a:off x="4120585" y="2162106"/>
            <a:ext cx="3054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270" name="Frame 269">
            <a:extLst>
              <a:ext uri="{FF2B5EF4-FFF2-40B4-BE49-F238E27FC236}">
                <a16:creationId xmlns:a16="http://schemas.microsoft.com/office/drawing/2014/main" id="{1A827493-8830-2174-DE48-CB25F589112C}"/>
              </a:ext>
            </a:extLst>
          </p:cNvPr>
          <p:cNvSpPr/>
          <p:nvPr/>
        </p:nvSpPr>
        <p:spPr>
          <a:xfrm>
            <a:off x="6835743" y="1728022"/>
            <a:ext cx="941337" cy="83361"/>
          </a:xfrm>
          <a:prstGeom prst="fram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2288CFF0-A2D8-2452-06E4-15AB08208ABE}"/>
              </a:ext>
            </a:extLst>
          </p:cNvPr>
          <p:cNvSpPr/>
          <p:nvPr/>
        </p:nvSpPr>
        <p:spPr>
          <a:xfrm>
            <a:off x="6734233" y="1619134"/>
            <a:ext cx="1142507" cy="12595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Frame 271">
            <a:extLst>
              <a:ext uri="{FF2B5EF4-FFF2-40B4-BE49-F238E27FC236}">
                <a16:creationId xmlns:a16="http://schemas.microsoft.com/office/drawing/2014/main" id="{C560E7BB-0A95-0225-6DFD-098E0E42C816}"/>
              </a:ext>
            </a:extLst>
          </p:cNvPr>
          <p:cNvSpPr/>
          <p:nvPr/>
        </p:nvSpPr>
        <p:spPr>
          <a:xfrm>
            <a:off x="6835742" y="2293309"/>
            <a:ext cx="941337" cy="83361"/>
          </a:xfrm>
          <a:prstGeom prst="fram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3" name="Frame 272">
            <a:extLst>
              <a:ext uri="{FF2B5EF4-FFF2-40B4-BE49-F238E27FC236}">
                <a16:creationId xmlns:a16="http://schemas.microsoft.com/office/drawing/2014/main" id="{D05E7224-D247-2F2C-5D85-9B445A2E9B07}"/>
              </a:ext>
            </a:extLst>
          </p:cNvPr>
          <p:cNvSpPr/>
          <p:nvPr/>
        </p:nvSpPr>
        <p:spPr>
          <a:xfrm>
            <a:off x="6835743" y="2111507"/>
            <a:ext cx="941337" cy="83361"/>
          </a:xfrm>
          <a:prstGeom prst="fram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4" name="Frame 273">
            <a:extLst>
              <a:ext uri="{FF2B5EF4-FFF2-40B4-BE49-F238E27FC236}">
                <a16:creationId xmlns:a16="http://schemas.microsoft.com/office/drawing/2014/main" id="{174EE233-1D04-8919-B692-2EFA29CED816}"/>
              </a:ext>
            </a:extLst>
          </p:cNvPr>
          <p:cNvSpPr/>
          <p:nvPr/>
        </p:nvSpPr>
        <p:spPr>
          <a:xfrm>
            <a:off x="6835743" y="1925255"/>
            <a:ext cx="941337" cy="83361"/>
          </a:xfrm>
          <a:prstGeom prst="fram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5" name="Frame 274">
            <a:extLst>
              <a:ext uri="{FF2B5EF4-FFF2-40B4-BE49-F238E27FC236}">
                <a16:creationId xmlns:a16="http://schemas.microsoft.com/office/drawing/2014/main" id="{7DF48ABD-178F-719B-8C8C-DF0FE0B22111}"/>
              </a:ext>
            </a:extLst>
          </p:cNvPr>
          <p:cNvSpPr/>
          <p:nvPr/>
        </p:nvSpPr>
        <p:spPr>
          <a:xfrm>
            <a:off x="6829779" y="2649394"/>
            <a:ext cx="941337" cy="83361"/>
          </a:xfrm>
          <a:prstGeom prst="fram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AEE0C57A-E942-35E1-8A57-51481A05101B}"/>
              </a:ext>
            </a:extLst>
          </p:cNvPr>
          <p:cNvSpPr txBox="1"/>
          <p:nvPr/>
        </p:nvSpPr>
        <p:spPr>
          <a:xfrm>
            <a:off x="6847513" y="2340406"/>
            <a:ext cx="8924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DF9B140D-F37F-3F9A-FD0A-7973486B87A8}"/>
              </a:ext>
            </a:extLst>
          </p:cNvPr>
          <p:cNvSpPr/>
          <p:nvPr/>
        </p:nvSpPr>
        <p:spPr>
          <a:xfrm>
            <a:off x="6829779" y="1727924"/>
            <a:ext cx="948077" cy="83361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accent2">
                <a:lumMod val="40000"/>
                <a:lumOff val="60000"/>
              </a:schemeClr>
            </a:bgClr>
          </a:patt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698488CF-5665-7264-CF57-2B6E2BBB73E0}"/>
              </a:ext>
            </a:extLst>
          </p:cNvPr>
          <p:cNvSpPr/>
          <p:nvPr/>
        </p:nvSpPr>
        <p:spPr>
          <a:xfrm>
            <a:off x="6829779" y="1925254"/>
            <a:ext cx="948077" cy="83361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accent1">
                <a:lumMod val="40000"/>
                <a:lumOff val="60000"/>
              </a:schemeClr>
            </a:bgClr>
          </a:patt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26726A30-F261-3B07-2A38-619E7574D3F6}"/>
              </a:ext>
            </a:extLst>
          </p:cNvPr>
          <p:cNvSpPr/>
          <p:nvPr/>
        </p:nvSpPr>
        <p:spPr>
          <a:xfrm>
            <a:off x="6829779" y="2111231"/>
            <a:ext cx="948077" cy="83361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tx2">
                <a:lumMod val="60000"/>
                <a:lumOff val="40000"/>
              </a:schemeClr>
            </a:bgClr>
          </a:patt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ABC3EF03-9A85-93E1-D3A4-5DB297466D30}"/>
              </a:ext>
            </a:extLst>
          </p:cNvPr>
          <p:cNvSpPr/>
          <p:nvPr/>
        </p:nvSpPr>
        <p:spPr>
          <a:xfrm>
            <a:off x="6832244" y="2292911"/>
            <a:ext cx="948077" cy="83361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2">
                <a:lumMod val="50000"/>
              </a:schemeClr>
            </a:bgClr>
          </a:patt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95530F92-2054-3E83-510A-D4D3FC453B53}"/>
              </a:ext>
            </a:extLst>
          </p:cNvPr>
          <p:cNvSpPr/>
          <p:nvPr/>
        </p:nvSpPr>
        <p:spPr>
          <a:xfrm>
            <a:off x="6829779" y="2649393"/>
            <a:ext cx="948077" cy="83361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>
                <a:lumMod val="75000"/>
              </a:schemeClr>
            </a:bgClr>
          </a:patt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Cylinder 291">
            <a:extLst>
              <a:ext uri="{FF2B5EF4-FFF2-40B4-BE49-F238E27FC236}">
                <a16:creationId xmlns:a16="http://schemas.microsoft.com/office/drawing/2014/main" id="{DBEADAEB-7FC5-B615-419D-7FB06F363328}"/>
              </a:ext>
            </a:extLst>
          </p:cNvPr>
          <p:cNvSpPr/>
          <p:nvPr/>
        </p:nvSpPr>
        <p:spPr>
          <a:xfrm>
            <a:off x="3868179" y="2061652"/>
            <a:ext cx="229287" cy="533111"/>
          </a:xfrm>
          <a:prstGeom prst="can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Right Brace 298">
            <a:extLst>
              <a:ext uri="{FF2B5EF4-FFF2-40B4-BE49-F238E27FC236}">
                <a16:creationId xmlns:a16="http://schemas.microsoft.com/office/drawing/2014/main" id="{0F3A9219-019D-90ED-1ECE-BA1304B487B7}"/>
              </a:ext>
            </a:extLst>
          </p:cNvPr>
          <p:cNvSpPr/>
          <p:nvPr/>
        </p:nvSpPr>
        <p:spPr>
          <a:xfrm rot="5400000">
            <a:off x="3871247" y="1870528"/>
            <a:ext cx="164279" cy="156213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79607CD0-14C9-4E3D-B1A2-BA243B29B65D}"/>
              </a:ext>
            </a:extLst>
          </p:cNvPr>
          <p:cNvSpPr txBox="1"/>
          <p:nvPr/>
        </p:nvSpPr>
        <p:spPr>
          <a:xfrm>
            <a:off x="3067018" y="2680691"/>
            <a:ext cx="17977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texture, gloss, color patterns,…</a:t>
            </a:r>
            <a:endParaRPr lang="en-US" sz="1000" dirty="0"/>
          </a:p>
        </p:txBody>
      </p: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BF76DBB9-0C96-9C76-B8A6-7ED0FE84BA9B}"/>
              </a:ext>
            </a:extLst>
          </p:cNvPr>
          <p:cNvCxnSpPr>
            <a:cxnSpLocks/>
            <a:stCxn id="190" idx="0"/>
            <a:endCxn id="271" idx="1"/>
          </p:cNvCxnSpPr>
          <p:nvPr/>
        </p:nvCxnSpPr>
        <p:spPr>
          <a:xfrm>
            <a:off x="6024736" y="2245820"/>
            <a:ext cx="709497" cy="31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0" name="TextBox 309">
            <a:extLst>
              <a:ext uri="{FF2B5EF4-FFF2-40B4-BE49-F238E27FC236}">
                <a16:creationId xmlns:a16="http://schemas.microsoft.com/office/drawing/2014/main" id="{90B5D665-6164-CCF9-5056-5DE1BCA6CC39}"/>
              </a:ext>
            </a:extLst>
          </p:cNvPr>
          <p:cNvSpPr txBox="1"/>
          <p:nvPr/>
        </p:nvSpPr>
        <p:spPr>
          <a:xfrm>
            <a:off x="5535072" y="1982832"/>
            <a:ext cx="16901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Mean()</a:t>
            </a:r>
          </a:p>
        </p:txBody>
      </p:sp>
      <p:sp>
        <p:nvSpPr>
          <p:cNvPr id="320" name="Rectangle: Rounded Corners 319">
            <a:extLst>
              <a:ext uri="{FF2B5EF4-FFF2-40B4-BE49-F238E27FC236}">
                <a16:creationId xmlns:a16="http://schemas.microsoft.com/office/drawing/2014/main" id="{F70E0760-A663-B69F-554D-356BB9612648}"/>
              </a:ext>
            </a:extLst>
          </p:cNvPr>
          <p:cNvSpPr/>
          <p:nvPr/>
        </p:nvSpPr>
        <p:spPr>
          <a:xfrm>
            <a:off x="8476687" y="1451153"/>
            <a:ext cx="1936510" cy="1577004"/>
          </a:xfrm>
          <a:prstGeom prst="roundRect">
            <a:avLst/>
          </a:prstGeom>
          <a:noFill/>
          <a:ln w="3175">
            <a:solidFill>
              <a:schemeClr val="accent5">
                <a:lumMod val="75000"/>
              </a:schemeClr>
            </a:solidFill>
            <a:prstDash val="lgDash"/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FD95DD18-9551-B84B-E296-A94065F182A6}"/>
              </a:ext>
            </a:extLst>
          </p:cNvPr>
          <p:cNvSpPr txBox="1"/>
          <p:nvPr/>
        </p:nvSpPr>
        <p:spPr>
          <a:xfrm>
            <a:off x="2167595" y="4958026"/>
            <a:ext cx="8924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CD817A58-F0A7-E72A-CBF6-ACDBDE5CB422}"/>
              </a:ext>
            </a:extLst>
          </p:cNvPr>
          <p:cNvSpPr/>
          <p:nvPr/>
        </p:nvSpPr>
        <p:spPr>
          <a:xfrm>
            <a:off x="2094087" y="3476319"/>
            <a:ext cx="1014412" cy="1775929"/>
          </a:xfrm>
          <a:prstGeom prst="rect">
            <a:avLst/>
          </a:prstGeom>
          <a:noFill/>
          <a:ln w="3175">
            <a:solidFill>
              <a:schemeClr val="accent1">
                <a:lumMod val="60000"/>
                <a:lumOff val="40000"/>
              </a:schemeClr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2" name="Straight Arrow Connector 361">
            <a:extLst>
              <a:ext uri="{FF2B5EF4-FFF2-40B4-BE49-F238E27FC236}">
                <a16:creationId xmlns:a16="http://schemas.microsoft.com/office/drawing/2014/main" id="{EF12662D-8ED7-92D4-4857-9F1F01556170}"/>
              </a:ext>
            </a:extLst>
          </p:cNvPr>
          <p:cNvCxnSpPr>
            <a:cxnSpLocks/>
            <a:stCxn id="215" idx="0"/>
          </p:cNvCxnSpPr>
          <p:nvPr/>
        </p:nvCxnSpPr>
        <p:spPr>
          <a:xfrm flipH="1" flipV="1">
            <a:off x="9457438" y="2884854"/>
            <a:ext cx="3856" cy="12050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Arrow Connector 366">
            <a:extLst>
              <a:ext uri="{FF2B5EF4-FFF2-40B4-BE49-F238E27FC236}">
                <a16:creationId xmlns:a16="http://schemas.microsoft.com/office/drawing/2014/main" id="{E2341D5D-C921-533A-22C0-3E8E9074D3E3}"/>
              </a:ext>
            </a:extLst>
          </p:cNvPr>
          <p:cNvCxnSpPr>
            <a:cxnSpLocks/>
            <a:stCxn id="271" idx="3"/>
          </p:cNvCxnSpPr>
          <p:nvPr/>
        </p:nvCxnSpPr>
        <p:spPr>
          <a:xfrm>
            <a:off x="7876740" y="2248920"/>
            <a:ext cx="1009444" cy="61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1" name="Picture 370">
            <a:extLst>
              <a:ext uri="{FF2B5EF4-FFF2-40B4-BE49-F238E27FC236}">
                <a16:creationId xmlns:a16="http://schemas.microsoft.com/office/drawing/2014/main" id="{30182705-18BE-9071-E0E7-D88E960EE5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894" y="4394711"/>
            <a:ext cx="609482" cy="51567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74" name="Picture 373">
            <a:extLst>
              <a:ext uri="{FF2B5EF4-FFF2-40B4-BE49-F238E27FC236}">
                <a16:creationId xmlns:a16="http://schemas.microsoft.com/office/drawing/2014/main" id="{D09B44B2-7ABD-94F7-3402-5E6BA8AD36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396" y="4448356"/>
            <a:ext cx="603944" cy="51567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78" name="Picture 377">
            <a:extLst>
              <a:ext uri="{FF2B5EF4-FFF2-40B4-BE49-F238E27FC236}">
                <a16:creationId xmlns:a16="http://schemas.microsoft.com/office/drawing/2014/main" id="{5FDC71FD-E978-542C-F914-80BE4775FED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872" y="4501628"/>
            <a:ext cx="603943" cy="51605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80" name="Picture 379">
            <a:extLst>
              <a:ext uri="{FF2B5EF4-FFF2-40B4-BE49-F238E27FC236}">
                <a16:creationId xmlns:a16="http://schemas.microsoft.com/office/drawing/2014/main" id="{6E26874E-06A3-186A-204C-A599830F42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310" y="3725684"/>
            <a:ext cx="603944" cy="51906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81" name="Frame 380">
            <a:extLst>
              <a:ext uri="{FF2B5EF4-FFF2-40B4-BE49-F238E27FC236}">
                <a16:creationId xmlns:a16="http://schemas.microsoft.com/office/drawing/2014/main" id="{07B690B8-BC3B-725F-BB52-AF8EA57AE21F}"/>
              </a:ext>
            </a:extLst>
          </p:cNvPr>
          <p:cNvSpPr/>
          <p:nvPr/>
        </p:nvSpPr>
        <p:spPr>
          <a:xfrm>
            <a:off x="9001708" y="1711928"/>
            <a:ext cx="941337" cy="83361"/>
          </a:xfrm>
          <a:prstGeom prst="fram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A3BAB64A-C949-A152-F8F4-7B0627F93743}"/>
              </a:ext>
            </a:extLst>
          </p:cNvPr>
          <p:cNvSpPr/>
          <p:nvPr/>
        </p:nvSpPr>
        <p:spPr>
          <a:xfrm>
            <a:off x="8900198" y="1603040"/>
            <a:ext cx="1142507" cy="12595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3" name="Frame 382">
            <a:extLst>
              <a:ext uri="{FF2B5EF4-FFF2-40B4-BE49-F238E27FC236}">
                <a16:creationId xmlns:a16="http://schemas.microsoft.com/office/drawing/2014/main" id="{F603406C-ABC5-1BC5-BBBE-DF3A87EB8B73}"/>
              </a:ext>
            </a:extLst>
          </p:cNvPr>
          <p:cNvSpPr/>
          <p:nvPr/>
        </p:nvSpPr>
        <p:spPr>
          <a:xfrm>
            <a:off x="9001707" y="2277215"/>
            <a:ext cx="941337" cy="83361"/>
          </a:xfrm>
          <a:prstGeom prst="fram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4" name="Frame 383">
            <a:extLst>
              <a:ext uri="{FF2B5EF4-FFF2-40B4-BE49-F238E27FC236}">
                <a16:creationId xmlns:a16="http://schemas.microsoft.com/office/drawing/2014/main" id="{1B69C021-FF78-B4DB-C241-AF2D6722060D}"/>
              </a:ext>
            </a:extLst>
          </p:cNvPr>
          <p:cNvSpPr/>
          <p:nvPr/>
        </p:nvSpPr>
        <p:spPr>
          <a:xfrm>
            <a:off x="9001708" y="2095413"/>
            <a:ext cx="941337" cy="83361"/>
          </a:xfrm>
          <a:prstGeom prst="fram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5" name="Frame 384">
            <a:extLst>
              <a:ext uri="{FF2B5EF4-FFF2-40B4-BE49-F238E27FC236}">
                <a16:creationId xmlns:a16="http://schemas.microsoft.com/office/drawing/2014/main" id="{EBCFF4FA-DD7C-9E3B-2C6B-C42E5F5AB5D4}"/>
              </a:ext>
            </a:extLst>
          </p:cNvPr>
          <p:cNvSpPr/>
          <p:nvPr/>
        </p:nvSpPr>
        <p:spPr>
          <a:xfrm>
            <a:off x="9001708" y="1909161"/>
            <a:ext cx="941337" cy="83361"/>
          </a:xfrm>
          <a:prstGeom prst="fram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6" name="Frame 385">
            <a:extLst>
              <a:ext uri="{FF2B5EF4-FFF2-40B4-BE49-F238E27FC236}">
                <a16:creationId xmlns:a16="http://schemas.microsoft.com/office/drawing/2014/main" id="{0D40D488-D763-8437-0A98-B795E7D32642}"/>
              </a:ext>
            </a:extLst>
          </p:cNvPr>
          <p:cNvSpPr/>
          <p:nvPr/>
        </p:nvSpPr>
        <p:spPr>
          <a:xfrm>
            <a:off x="8995744" y="2633300"/>
            <a:ext cx="941337" cy="83361"/>
          </a:xfrm>
          <a:prstGeom prst="fram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00204B35-2502-DB04-480B-910CCFDB2C41}"/>
              </a:ext>
            </a:extLst>
          </p:cNvPr>
          <p:cNvSpPr txBox="1"/>
          <p:nvPr/>
        </p:nvSpPr>
        <p:spPr>
          <a:xfrm>
            <a:off x="9013478" y="2324312"/>
            <a:ext cx="8924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32135107-FF6B-4A5A-BA45-56A851F950B5}"/>
              </a:ext>
            </a:extLst>
          </p:cNvPr>
          <p:cNvSpPr/>
          <p:nvPr/>
        </p:nvSpPr>
        <p:spPr>
          <a:xfrm>
            <a:off x="8995744" y="1711830"/>
            <a:ext cx="948077" cy="83361"/>
          </a:xfrm>
          <a:prstGeom prst="rect">
            <a:avLst/>
          </a:prstGeom>
          <a:solidFill>
            <a:srgbClr val="B48900"/>
          </a:solidFill>
          <a:ln>
            <a:solidFill>
              <a:srgbClr val="B48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CC1BBAA5-667A-FF7C-B4AD-542AAB381A31}"/>
              </a:ext>
            </a:extLst>
          </p:cNvPr>
          <p:cNvSpPr/>
          <p:nvPr/>
        </p:nvSpPr>
        <p:spPr>
          <a:xfrm>
            <a:off x="8995744" y="1909160"/>
            <a:ext cx="948077" cy="8336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815E3808-BBE4-D4B9-5791-4F11F167A953}"/>
              </a:ext>
            </a:extLst>
          </p:cNvPr>
          <p:cNvSpPr/>
          <p:nvPr/>
        </p:nvSpPr>
        <p:spPr>
          <a:xfrm>
            <a:off x="8995744" y="2095137"/>
            <a:ext cx="948077" cy="8336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77209481-C859-BC99-FC6A-F366BED29027}"/>
              </a:ext>
            </a:extLst>
          </p:cNvPr>
          <p:cNvSpPr/>
          <p:nvPr/>
        </p:nvSpPr>
        <p:spPr>
          <a:xfrm>
            <a:off x="8998209" y="2276817"/>
            <a:ext cx="948077" cy="833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28E65551-4583-904A-E42E-79B6F834F8E5}"/>
              </a:ext>
            </a:extLst>
          </p:cNvPr>
          <p:cNvSpPr/>
          <p:nvPr/>
        </p:nvSpPr>
        <p:spPr>
          <a:xfrm>
            <a:off x="8995744" y="2633299"/>
            <a:ext cx="948077" cy="833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EA16C17-22A0-99C9-E6B7-6F719D46053C}"/>
              </a:ext>
            </a:extLst>
          </p:cNvPr>
          <p:cNvCxnSpPr>
            <a:cxnSpLocks/>
            <a:stCxn id="245" idx="0"/>
            <a:endCxn id="186" idx="2"/>
          </p:cNvCxnSpPr>
          <p:nvPr/>
        </p:nvCxnSpPr>
        <p:spPr>
          <a:xfrm>
            <a:off x="2793446" y="2325344"/>
            <a:ext cx="451959" cy="300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332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39</Words>
  <Application>Microsoft Office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Thiệu Huy</dc:creator>
  <cp:lastModifiedBy>Huy Thieu</cp:lastModifiedBy>
  <cp:revision>11</cp:revision>
  <dcterms:created xsi:type="dcterms:W3CDTF">2025-07-13T12:46:43Z</dcterms:created>
  <dcterms:modified xsi:type="dcterms:W3CDTF">2025-10-27T19:12:03Z</dcterms:modified>
</cp:coreProperties>
</file>